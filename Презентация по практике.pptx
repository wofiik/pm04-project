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-326" y="-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1516831b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1516831b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1516831b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1516831b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1516831b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1516831b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1516831b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1516831b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1516831b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1516831b1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1520ea5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1520ea5d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12250" y="2891950"/>
            <a:ext cx="8520600" cy="14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ru" sz="1300"/>
              <a:t/>
            </a:r>
            <a:br>
              <a:rPr lang="ru" sz="1300"/>
            </a:br>
            <a:endParaRPr sz="13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endParaRPr sz="13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/>
              <a:t>ФГБОУ ВО «Глазовский государственный инженерно-педагогический университет имени В.Г. Короленко» </a:t>
            </a:r>
            <a:endParaRPr sz="12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/>
              <a:t>Кафедра математики и информатики</a:t>
            </a:r>
            <a:endParaRPr sz="12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/>
              <a:t>Среднее профессиональное образование</a:t>
            </a:r>
            <a:endParaRPr sz="12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 b="1"/>
              <a:t>ОТЧЕТ</a:t>
            </a:r>
            <a:endParaRPr sz="1700" b="1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 b="1"/>
              <a:t>ПО УЧЕБНОЙ ПРАКТИК</a:t>
            </a:r>
            <a:r>
              <a:rPr lang="ru" sz="1500" b="1"/>
              <a:t>Е </a:t>
            </a:r>
            <a:endParaRPr sz="1500" b="1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ru" sz="1300" b="1"/>
              <a:t>ПМ. 04 СОПРОВОЖДЕНИЕ И ОБСЛУЖИВАНИЕ ПРОГРАММНОГО ОБЕСПЕЧЕНИЯ КОМПЬЮТЕРНЫХ СИСТЕМ</a:t>
            </a:r>
            <a:endParaRPr sz="1300" b="1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ru" sz="1300" b="1"/>
              <a:t>УП. 04 УЧЕБНАЯ ПРАКТИКА</a:t>
            </a:r>
            <a:endParaRPr sz="1300" b="1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/>
              <a:t>Специальность: 09.02.07 Информационные системы и программирование</a:t>
            </a:r>
            <a:endParaRPr sz="12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/>
              <a:t>Даты прохождения: 22.11.2025 – 05.12.2025</a:t>
            </a:r>
            <a:endParaRPr sz="1800"/>
          </a:p>
          <a:p>
            <a:pPr marL="0" lvl="0" indent="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5915125" y="3671825"/>
            <a:ext cx="2917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233A44"/>
                </a:solidFill>
              </a:rPr>
              <a:t>Выполнил</a:t>
            </a:r>
            <a:r>
              <a:rPr lang="ru" sz="1400">
                <a:solidFill>
                  <a:schemeClr val="dk1"/>
                </a:solidFill>
              </a:rPr>
              <a:t>а: Студентка 3 курса</a:t>
            </a:r>
            <a:endParaRPr sz="1400">
              <a:solidFill>
                <a:schemeClr val="dk1"/>
              </a:solidFill>
            </a:endParaRPr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Тугбаева Полина</a:t>
            </a:r>
            <a:endParaRPr sz="1400">
              <a:solidFill>
                <a:schemeClr val="dk1"/>
              </a:solidFill>
            </a:endParaRPr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Группа СИ 132</a:t>
            </a:r>
            <a:endParaRPr sz="14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6" name="Google Shape;56;p13"/>
          <p:cNvSpPr txBox="1"/>
          <p:nvPr/>
        </p:nvSpPr>
        <p:spPr>
          <a:xfrm>
            <a:off x="3495150" y="4464425"/>
            <a:ext cx="21537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33A44"/>
                </a:solidFill>
              </a:rPr>
              <a:t>г.Глазов 2025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61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и задачи:</a:t>
            </a:r>
            <a:br>
              <a:rPr lang="ru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Настройка ПО для работы с оборудованием «Макет бионической руки»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1.Подключение и запуск макета бионического протеза руки человека.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Сборка, подключение и запуск платформы.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Программирование Arduino IDE.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ru" sz="1400">
                <a:solidFill>
                  <a:schemeClr val="dk1"/>
                </a:solidFill>
              </a:rPr>
              <a:t>Перенастройка работы пальецев бионической руки.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Оборудование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l="2340" r="-2340"/>
          <a:stretch/>
        </p:blipFill>
        <p:spPr>
          <a:xfrm>
            <a:off x="754850" y="1758650"/>
            <a:ext cx="2228301" cy="1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645838" y="3478350"/>
            <a:ext cx="23373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Модуль HUB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8663" y="1583163"/>
            <a:ext cx="2571725" cy="17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3586388" y="3419700"/>
            <a:ext cx="21363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Плата расширения HMI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2057" y="1583175"/>
            <a:ext cx="2850243" cy="17110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6495000" y="3374350"/>
            <a:ext cx="23373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Плата Arduino UNO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Среда разработки</a:t>
            </a: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4955241" y="2187898"/>
            <a:ext cx="1483482" cy="16915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ru-RU" dirty="0" smtClean="0"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750" y="1177613"/>
            <a:ext cx="5745524" cy="33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Сборка и подключение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   </a:t>
            </a:r>
            <a:endParaRPr lang="ru-RU" dirty="0"/>
          </a:p>
        </p:txBody>
      </p:sp>
      <p:pic>
        <p:nvPicPr>
          <p:cNvPr id="1026" name="Picture 2" descr="D:\ручки александры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400" y="1344340"/>
            <a:ext cx="2314849" cy="3086465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96256" y="1325656"/>
            <a:ext cx="3876044" cy="254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image14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226036" y="1391355"/>
            <a:ext cx="3359912" cy="248812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61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Проверка работоспособности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5714999" y="3065929"/>
            <a:ext cx="414441" cy="2456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6150" y="1341725"/>
            <a:ext cx="1392150" cy="30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6550" y="1341725"/>
            <a:ext cx="1276950" cy="30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Подключенная рука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4527354" y="2548218"/>
            <a:ext cx="750618" cy="12138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827" y="1812339"/>
            <a:ext cx="4352575" cy="209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50" y="1300250"/>
            <a:ext cx="2218925" cy="312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highlight>
                  <a:srgbClr val="FFFFFF"/>
                </a:highlight>
              </a:rPr>
              <a:t>Изменение конфигурации приводов</a:t>
            </a:r>
            <a:endParaRPr sz="2500"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5782235" y="1983440"/>
            <a:ext cx="2061706" cy="16575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00" y="1555750"/>
            <a:ext cx="34671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5129" y="1255563"/>
            <a:ext cx="2387600" cy="3210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</Words>
  <PresentationFormat>Экран (16:9)</PresentationFormat>
  <Paragraphs>39</Paragraphs>
  <Slides>8</Slides>
  <Notes>7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Simple Light</vt:lpstr>
      <vt:lpstr>      ФГБОУ ВО «Глазовский государственный инженерно-педагогический университет имени В.Г. Короленко»  Кафедра математики и информатики Среднее профессиональное образование ОТЧЕТ ПО УЧЕБНОЙ ПРАКТИКЕ  ПМ. 04 СОПРОВОЖДЕНИЕ И ОБСЛУЖИВАНИЕ ПРОГРАММНОГО ОБЕСПЕЧЕНИЯ КОМПЬЮТЕРНЫХ СИСТЕМ УП. 04 УЧЕБНАЯ ПРАКТИКА Специальность: 09.02.07 Информационные системы и программирование Даты прохождения: 22.11.2025 – 05.12.2025  </vt:lpstr>
      <vt:lpstr>Цели и задачи:  </vt:lpstr>
      <vt:lpstr>Оборудование</vt:lpstr>
      <vt:lpstr>Среда разработки</vt:lpstr>
      <vt:lpstr>Сборка и подключение</vt:lpstr>
      <vt:lpstr>Проверка работоспособности</vt:lpstr>
      <vt:lpstr>Подключенная рука</vt:lpstr>
      <vt:lpstr>Изменение конфигурации приводов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ФГБОУ ВО «Глазовский государственный инженерно-педагогический университет имени В.Г. Короленко»  Кафедра математики и информатики Среднее профессиональное образование ОТЧЕТ ПО УЧЕБНОЙ ПРАКТИКЕ  ПМ. 04 СОПРОВОЖДЕНИЕ И ОБСЛУЖИВАНИЕ ПРОГРАММНОГО ОБЕСПЕЧЕНИЯ КОМПЬЮТЕРНЫХ СИСТЕМ УП. 04 УЧЕБНАЯ ПРАКТИКА Специальность: 09.02.07 Информационные системы и программирование Даты прохождения: 22.11.2025 – 05.12.2025</dc:title>
  <dc:creator>Полина</dc:creator>
  <cp:lastModifiedBy>Полина</cp:lastModifiedBy>
  <cp:revision>2</cp:revision>
  <dcterms:modified xsi:type="dcterms:W3CDTF">2025-12-04T17:49:59Z</dcterms:modified>
</cp:coreProperties>
</file>